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2.xml" ContentType="application/vnd.openxmlformats-officedocument.drawingml.diagramColors+xml"/>
  <Override PartName="/ppt/diagrams/data2.xml" ContentType="application/vnd.openxmlformats-officedocument.drawingml.diagramData+xml"/>
  <Override PartName="/ppt/diagrams/drawing2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68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66" d="100"/>
          <a:sy n="66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2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‘Security Audit’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Nmap Scan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Nikto Scan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OWASP ZAP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Steganography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‘Security Audit’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Nmap Scan</a:t>
          </a:r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Nikto Scan</a:t>
          </a:r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OWASP ZAP</a:t>
          </a:r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Steganography</a:t>
          </a:r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diagramData" Target="../diagrams/data2.xml"/><Relationship Id="rId5" Type="http://schemas.openxmlformats.org/officeDocument/2006/relationships/diagramLayout" Target="../diagrams/layout2.xml"/><Relationship Id="rId6" Type="http://schemas.openxmlformats.org/officeDocument/2006/relationships/diagramQuickStyle" Target="../diagrams/quickStyle2.xml"/><Relationship Id="rId7" Type="http://schemas.openxmlformats.org/officeDocument/2006/relationships/diagramColors" Target="../diagrams/colors2.xml"/><Relationship Id="rId8" Type="http://schemas.microsoft.com/office/2007/relationships/diagramDrawing" Target="../diagrams/drawing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‘Cyber Security – Web Audit’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5618885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6782</TotalTime>
  <Words>255</Words>
  <Application>Microsoft Office PowerPoint</Application>
  <PresentationFormat>Widescreen</PresentationFormat>
  <Paragraphs>51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inherit</vt:lpstr>
      <vt:lpstr>Segoe UI</vt:lpstr>
      <vt:lpstr>Office Theme</vt:lpstr>
      <vt:lpstr>PowerPoint Presentation</vt:lpstr>
      <vt:lpstr>Using The  WORK BREAKDOWN STRUCTURE  Sheet</vt:lpstr>
      <vt:lpstr>WORK BREAKDOWN STRUCTURE –  IP23 Live Project Deliverables–  ‘Software Development’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Suraj Mane</cp:lastModifiedBy>
  <cp:revision>241</cp:revision>
  <dcterms:created xsi:type="dcterms:W3CDTF">2023-07-15T03:43:48Z</dcterms:created>
  <dcterms:modified xsi:type="dcterms:W3CDTF">2025-11-17T11:29:53Z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